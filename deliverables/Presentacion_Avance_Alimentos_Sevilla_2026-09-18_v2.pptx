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390bae4b2e4bcc" /><Relationship Type="http://schemas.openxmlformats.org/officeDocument/2006/relationships/extended-properties" Target="/docProps/app.xml" Id="R091bc56e986f4122" /><Relationship Type="http://schemas.openxmlformats.org/officeDocument/2006/relationships/officeDocument" Target="/ppt/presentation.xml" Id="R5d6b8c51847443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d50bba8bf34956"/>
  </p:sldMasterIdLst>
  <p:notesMasterIdLst>
    <p:notesMasterId xmlns:r="http://schemas.openxmlformats.org/officeDocument/2006/relationships" r:id="R0a1260210a334596"/>
  </p:notesMasterIdLst>
  <p:sldIdLst>
    <p:sldId xmlns:r="http://schemas.openxmlformats.org/officeDocument/2006/relationships" id="256" r:id="Rea5a3fac499043b7"/>
    <p:sldId xmlns:r="http://schemas.openxmlformats.org/officeDocument/2006/relationships" id="257" r:id="R233da7b9e7fe489c"/>
    <p:sldId xmlns:r="http://schemas.openxmlformats.org/officeDocument/2006/relationships" id="258" r:id="Rb254fb8e1b3d43a0"/>
    <p:sldId xmlns:r="http://schemas.openxmlformats.org/officeDocument/2006/relationships" id="259" r:id="Re1d5fffff63c466b"/>
    <p:sldId xmlns:r="http://schemas.openxmlformats.org/officeDocument/2006/relationships" id="260" r:id="R7135afa04fa9475f"/>
    <p:sldId xmlns:r="http://schemas.openxmlformats.org/officeDocument/2006/relationships" id="261" r:id="R7c3e04e88ce14a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ed00819d164df2" /><Relationship Type="http://schemas.openxmlformats.org/officeDocument/2006/relationships/slideMaster" Target="/ppt/slideMasters/slideMaster1.xml" Id="R4ad50bba8bf34956" /><Relationship Type="http://schemas.openxmlformats.org/officeDocument/2006/relationships/notesMaster" Target="/ppt/notesMasters/notesMaster1.xml" Id="R0a1260210a334596" /><Relationship Type="http://schemas.openxmlformats.org/officeDocument/2006/relationships/presProps" Target="/ppt/presProps.xml" Id="R427a5dfca7524d68" /><Relationship Type="http://schemas.openxmlformats.org/officeDocument/2006/relationships/tableStyles" Target="/ppt/tableStyles.xml" Id="R74e8854f641f4ae4" /><Relationship Type="http://schemas.openxmlformats.org/officeDocument/2006/relationships/slide" Target="/ppt/slides/slide1.xml" Id="Rea5a3fac499043b7" /><Relationship Type="http://schemas.openxmlformats.org/officeDocument/2006/relationships/slide" Target="/ppt/slides/slide2.xml" Id="R233da7b9e7fe489c" /><Relationship Type="http://schemas.openxmlformats.org/officeDocument/2006/relationships/slide" Target="/ppt/slides/slide3.xml" Id="Rb254fb8e1b3d43a0" /><Relationship Type="http://schemas.openxmlformats.org/officeDocument/2006/relationships/slide" Target="/ppt/slides/slide4.xml" Id="Re1d5fffff63c466b" /><Relationship Type="http://schemas.openxmlformats.org/officeDocument/2006/relationships/slide" Target="/ppt/slides/slide5.xml" Id="R7135afa04fa9475f" /><Relationship Type="http://schemas.openxmlformats.org/officeDocument/2006/relationships/slide" Target="/ppt/slides/slide6.xml" Id="R7c3e04e88ce14a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bc71f60ddd41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fd96db763d4ce3" /><Relationship Type="http://schemas.openxmlformats.org/officeDocument/2006/relationships/notesMaster" Target="/ppt/notesMasters/notesMaster1.xml" Id="R39a4391de15043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f15347dd13470e" /><Relationship Type="http://schemas.openxmlformats.org/officeDocument/2006/relationships/notesMaster" Target="/ppt/notesMasters/notesMaster1.xml" Id="Re03600d57e854c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9af58d7c3c409f" /><Relationship Type="http://schemas.openxmlformats.org/officeDocument/2006/relationships/notesMaster" Target="/ppt/notesMasters/notesMaster1.xml" Id="R57bd3f175de649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46c7d7f14b48c8" /><Relationship Type="http://schemas.openxmlformats.org/officeDocument/2006/relationships/notesMaster" Target="/ppt/notesMasters/notesMaster1.xml" Id="R3bb1b0592e2447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ee9c29e1864915" /><Relationship Type="http://schemas.openxmlformats.org/officeDocument/2006/relationships/notesMaster" Target="/ppt/notesMasters/notesMaster1.xml" Id="R58e138b3ff4747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ada176e9c14058" /><Relationship Type="http://schemas.openxmlformats.org/officeDocument/2006/relationships/notesMaster" Target="/ppt/notesMasters/notesMaster1.xml" Id="R72544abc070f43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099ff22e948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36f92850a04c21" /><Relationship Type="http://schemas.openxmlformats.org/officeDocument/2006/relationships/slideLayout" Target="/ppt/slideLayouts/slideLayout1.xml" Id="R5c56d18a62094f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6d18a62094f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dad8e732e44d5" /><Relationship Type="http://schemas.openxmlformats.org/officeDocument/2006/relationships/notesSlide" Target="/ppt/notesSlides/notesSlide1.xml" Id="Rb069f5463c4345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313fb09854428" /><Relationship Type="http://schemas.openxmlformats.org/officeDocument/2006/relationships/notesSlide" Target="/ppt/notesSlides/notesSlide2.xml" Id="R25409e178cc140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199446c444e37" /><Relationship Type="http://schemas.openxmlformats.org/officeDocument/2006/relationships/notesSlide" Target="/ppt/notesSlides/notesSlide3.xml" Id="R9b714ea66f474c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18b0ed788400e" /><Relationship Type="http://schemas.openxmlformats.org/officeDocument/2006/relationships/notesSlide" Target="/ppt/notesSlides/notesSlide4.xml" Id="Rf6e95e77254546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01212ddd748b4" /><Relationship Type="http://schemas.openxmlformats.org/officeDocument/2006/relationships/chart" Target="/ppt/slides/charts/chart1.xml" Id="Re3045c9b323542f5" /><Relationship Type="http://schemas.openxmlformats.org/officeDocument/2006/relationships/notesSlide" Target="/ppt/notesSlides/notesSlide5.xml" Id="Ra44762042bbe41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1519bc4a5429f" /><Relationship Type="http://schemas.openxmlformats.org/officeDocument/2006/relationships/notesSlide" Target="/ppt/notesSlides/notesSlide6.xml" Id="R85f9cafc22dc4c8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Horas realizadas</c:v>
          </c:tx>
          <c:spPr>
            <a:solidFill xmlns:a="http://schemas.openxmlformats.org/drawingml/2006/main">
              <a:srgbClr val="1C4378"/>
            </a:solidFill>
          </c:spPr>
          <c:cat>
            <c:strRef>
              <c:f>'Chart Data'!$A$2:$A$2</c:f>
              <c:strCache>
                <c:ptCount val="1"/>
                <c:pt idx="0">
                  <c:v>Bolsa estimada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31</c:v>
                </c:pt>
              </c:numCache>
            </c:numRef>
          </c:val>
        </c:ser>
        <c:ser>
          <c:idx val="1"/>
          <c:order val="1"/>
          <c:tx>
            <c:v>Pendiente</c:v>
          </c:tx>
          <c:spPr>
            <a:solidFill xmlns:a="http://schemas.openxmlformats.org/drawingml/2006/main">
              <a:srgbClr val="D9E4E8"/>
            </a:solidFill>
          </c:spPr>
          <c:cat>
            <c:strRef>
              <c:f>'Chart Data'!$C$2:$C$2</c:f>
              <c:strCache>
                <c:ptCount val="1"/>
                <c:pt idx="0">
                  <c:v>Bolsa estimada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0EEF1-B617-499B-A35E-86E9F86A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Plataforma de Gestión Técnica y Nutricional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4281B-934C-478F-BCE6-E4BC49C6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FC7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FC7DA"/>
                </a:solidFill>
                <a:latin typeface="Helvetica Neue"/>
                <a:ea typeface="Helvetica Neue"/>
                <a:cs typeface="Helvetica Neue"/>
              </a:rPr>
              <a:t>Alimentos Sevilla S.A.S.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0CDEB-3F8C-43B9-BEE5-69D1EE9C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37413-AF35-484E-A696-8DA885C6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Demostración funcional y avance del proyecto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D35C4-A03E-4936-9377-0469D2B0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18 de 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1444120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E1098-1B0E-4D87-827D-426A9DB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¿Qué resuelve la plataforma?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B0790-8368-4FDB-BFF7-85BC77CD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solidFill>
              <a:srgbClr val="6FC7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3AAA1-BE60-4E86-8044-D23798C3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Un solo lugar para administrar la información técnica que hoy vive en archivos dispersos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F4224-52DA-49F8-A744-6611F45E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Ingredientes y perfiles nutricionales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EEBA4-9C13-4520-B47E-7B473EBE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Centraliza materias primas, datos nutricionales y códigos de identificación.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79C6B-1417-4A91-ABDD-64C1F78D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Productos y formulaciones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B480A-5702-4A25-A11C-9B7F85A7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Organiza productos, presentaciones, recetas y versiones de cada fórmula.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F334D-A0DC-4AB4-B499-8CFF6408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Usuarios y auditoría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AE31A-5AEF-45B7-ADD7-18CFB639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Controla quién puede realizar cada acción y deja registro de los cambios.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E1520-3F63-46B6-9C24-F24B1789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Base para los siguientes módulos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047DD-C373-4EF5-856E-5E4F8AB4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Prepara datos confiables para cálculos, costos y documentos técnicos futuros.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935C0-E641-42EF-B782-546B7C4A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00B63-3F1D-4B8F-B8AF-0D1633DD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58723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99A2C-647B-4C19-8033-639EFC23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Qué podemos mostrar hoy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8C432-947B-4034-AED1-1A18F704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solidFill>
              <a:srgbClr val="6FC7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0C8D5-CFCF-4A5C-BFAD-6212988F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La demostración se concentra en los flujos que ya están disponibles para uso y revisión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260AD-F903-4998-A9AA-AE8431F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BD932-4708-4D36-97FA-48D74DBA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Ingredientes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AE8C4-9161-401E-A7E6-54D73938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Crear y consultar materias primas, perfiles nutricionales y códigos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7444D-FA2D-4CD6-810D-33EC262F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33180-A14D-4DD5-98BD-259C2D8B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384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Productos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86687-81BA-4FD8-8F6A-2D317803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574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Crear productos terminados y sus presentaciones comerciales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5DB51-D4A0-4DE7-8D06-E15CD29C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CDCB5-74BF-42AB-9B1A-9D6A6E87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76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Formulaciones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B5484-E4CB-4FE2-8B29-6E0D7C21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Definir receta, porcentajes, versiones y estados de revisión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7100C-CF66-4FF1-9D24-86A1206C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8B1D6-15DB-4F31-9211-4929AC63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Usuarios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119A4-2AEC-4BD7-88E1-2F847541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3382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Gestionar perfiles de acceso según las responsabilidades del equipo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906A5-FC1D-4F5F-8DFA-A37A44D2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3B1E6-0A76-4F12-8D0B-3A5D22D7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Auditoría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F6735-7612-4D92-A363-16A81074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Consultar qué cambió, quién lo realizó y cuándo ocurrió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13D40-5A67-4DAD-BB1D-58DF6E20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Los módulos de costos, normativa y documentos forman parte del plan de evolución. No se usarán como eje de esta demostración.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8D7FE-8290-45A2-BAED-FC98AC5A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A07AC-6F8F-4163-A582-9C23E020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43924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365D0-9127-4053-9BE2-F2335028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Cómo se usa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4B65C-1296-462E-AFB8-0380BE6E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solidFill>
              <a:srgbClr val="6FC7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A2917-3CCF-428F-AC75-7675B90B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Un flujo de trabajo simple, desde la materia prima hasta una formulación controlada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2E8FD-86B5-47BB-AC2E-E83AEB51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3004D-82E3-4DF0-AB8F-6F3EF969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95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Registrar o revisar el ingrediente y su información nutricional.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C4489-79B6-4E65-A496-A4D6C3A8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2B4D6-2BE5-4908-89F6-D6319571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480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Crear el producto y definir sus presentaciones comerciales.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BFCE4-6A61-4684-9E54-3D432833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D45E7-3EEB-409B-BC18-6C66181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00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Construir la formulación con sus ingredientes y porcentajes.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7FA43-C2ED-4D28-AFB3-999A0B3D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DE422-A85D-49AE-B21E-6D815B0F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530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Enviar la versión a revisión y conservar el historial de cambios.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3D24B-9A68-4460-B51E-9E2CBB9E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406C9-08B9-439F-9E0B-B8D2F921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3301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ED43B-BB08-4766-B4B6-CBA4C213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Avance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94FE5-76BD-40DF-9D38-0B7C70E4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solidFill>
              <a:srgbClr val="6FC7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1EA00-AE4C-4350-ADFE-9DA30E41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El avance técnico se presenta aquí, separado de la experiencia final de la aplicación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76300" y="2286000"/>
          <a:ext xmlns:a="http://schemas.openxmlformats.org/drawingml/2006/main" cx="495300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045c9b323542f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8FE92-C577-472C-9A34-9A57D4FF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31,0 de 40,0 horas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CDCE6-34FB-409B-BA10-B5AE8A82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Implementado y validado técnicamente: Foundation, ingredientes, productos, formulaciones y costos.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EFBD0-8352-4054-8FB5-8D7B37F7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Pendiente de decisión y validación funcional: cálculo nutricional, sellos, datos reales y documentos oficiales.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4756F-132C-40CC-9A9F-2519D50B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Este estado informa el proyecto. No forma parte del producto que usarán los equipos en operación.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CA47B-DB49-4D33-A316-8120A8A1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3FDF5-2C70-4DE6-9499-0A599587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3918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B0074-150C-414F-9217-AA5C9C88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Decisiones para continuar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542F1-1EA0-41F5-B2AB-87E7500B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solidFill>
              <a:srgbClr val="6FC7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41DEE-4800-42CD-8283-DD7B37B1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Estas definiciones permiten avanzar sin asumir reglas técnicas o regulatorias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20024-0EFC-472B-A63C-6A6D39FD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983B4-ADD5-4B9C-8289-92DF43AC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Cálculo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2481F-4549-4F62-AE91-D4099FC4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Confirmar el archivo CTN de referencia y la fórmula de merma.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2163A-C3DE-4A22-924F-C97966E7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22AC4-4D47-426D-9951-1C939976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Ingredientes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6BBE0-B2E3-4932-A75E-18FDD9DF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Confirmar los ingredientes correctos cuando los archivos no coinciden.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FB49D-298C-4A2B-B935-3D797146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DBF46-D249-47DA-B17E-31639087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Costos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C6C95-107D-43A6-B711-D78DB90D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Definir cómo tratar códigos SIESA con costos o unidades diferentes.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3A268-8E0A-4C50-98C1-4D23B8AF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F3EC4-2C08-45F0-BB79-25143391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Permisos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15B6B-0CF3-4EE2-AD25-A6984170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Confirmar quién revisa, devuelve o aprueba una formulación.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48C90-CAD4-4725-89C1-684C789F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Salida esperada: decisiones registradas, responsables definidos y un caso de referencia para validar el siguiente módulo.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08F7A-4D1A-4C1D-8CD2-185BF3CB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5ED3C-12FC-40D8-8710-003B203A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09494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2026-09-18T11:47:21.1890000Z</dcterms:created>
  <dcterms:modified xsi:type="dcterms:W3CDTF">2026-09-18T11:47:21.1890000Z</dcterms:modified>
</coreProperties>
</file>